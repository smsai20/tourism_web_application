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457200"/>
            <a:ext cx="2286000" cy="228600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188720" cy="1188720"/>
          </a:xfrm>
          <a:prstGeom prst="ellipse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5029200"/>
            <a:ext cx="2560320" cy="25603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7782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FFFFFF"/>
                </a:solidFill>
                <a:latin typeface="Aptos Display"/>
              </a:defRPr>
            </a:pPr>
            <a:r>
              <a:t>LAMBASINGI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2B537"/>
                </a:solidFill>
              </a:defRPr>
            </a:pPr>
            <a:r>
              <a:t>Website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6E8E0"/>
                </a:solidFill>
              </a:defRPr>
            </a:pPr>
            <a:r>
              <a:t>Misty Hills  •  Nature  •  Agriculture  •  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1417320" cy="347472"/>
          </a:xfrm>
          <a:prstGeom prst="round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00016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MISTY HILLS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663440"/>
            <a:ext cx="1325880" cy="347472"/>
          </a:xfrm>
          <a:prstGeom prst="round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700016"/>
            <a:ext cx="1325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663440"/>
            <a:ext cx="1645920" cy="347472"/>
          </a:xfrm>
          <a:prstGeom prst="round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700016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4663440"/>
            <a:ext cx="1234440" cy="347472"/>
          </a:xfrm>
          <a:prstGeom prst="round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4700016"/>
            <a:ext cx="1234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Presented by  •  Mohan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A digital guide to explore Lambasingi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73152" cy="3383280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0136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5564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59152"/>
            <a:ext cx="2926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Beautiful hill destination surrounded by green mountains, forests and peaceful valleys.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73152" cy="3383280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80136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75564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Adventure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359152"/>
            <a:ext cx="2926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The project presents opportunities such as trekking, camping and scenic sightseeing.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5448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73152" cy="3383280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0136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75564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Project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359152"/>
            <a:ext cx="2926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Home, About, Places, Agriculture, Gallery, Packages and Contact pages form the website.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5257800"/>
            <a:ext cx="3931920" cy="347472"/>
          </a:xfrm>
          <a:prstGeom prst="round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294376"/>
            <a:ext cx="3931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THE LAND OF MISTY HILLS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Discover Lambasingi from the first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9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Hero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“WELCOME TO LAMBASINGI” with “The Land of Misty Hills” and Explore Places / View Packages buttons.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73152" cy="1874519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09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Welcome Section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1343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“A Beautiful Escape Into Nature” with Nature • Adventure • Agriculture • Culture.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73152" cy="1874519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5020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04487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50799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Misty Mountains, Green Forests, Coffee Plantations and Adventure.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03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03320"/>
            <a:ext cx="73152" cy="1874519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5020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04487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Popular Destinations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50799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Misty Hills, Waterfalls and Coffee Plantation, plus an agriculture preview.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ABOUT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More than just a destination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206240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9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WELCOME TO THE MISTY HILLS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47548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Lambasingi is presented as a scenic hill destination surrounded by green forests, mountains and peaceful valleys. The page highlights cool climate, misty landscapes, local culture and village life.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73152" cy="1874519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09928"/>
            <a:ext cx="1399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13432"/>
            <a:ext cx="2011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Green hills, forests and peaceful natural landscapes.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508760"/>
            <a:ext cx="73152" cy="1874519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173736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709928"/>
            <a:ext cx="1399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Agriculture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313432"/>
            <a:ext cx="2011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Coffee plantations and fresh local hill produce.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0332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03320"/>
            <a:ext cx="73152" cy="1874519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5020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04487"/>
            <a:ext cx="1399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Village Life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507992"/>
            <a:ext cx="2011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Peaceful mountain communities.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70332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5400" y="3703320"/>
            <a:ext cx="73152" cy="1874519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0" y="393192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95020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04487"/>
            <a:ext cx="1399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Photography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507992"/>
            <a:ext cx="2011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Landscapes and misty mountains.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KEY WEBSITE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Main attractions presented by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9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Misty Mountains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Mist-covered hills create a calm scenic atmosphere.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73152" cy="1874519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09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Green Forests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1343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Lush forest landscapes surround the hill destination.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73152" cy="1874519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388620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04487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5876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Coffee Plantations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6227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Coffee plantations and local farming are part of hill life.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657600"/>
            <a:ext cx="73152" cy="1874519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886200"/>
            <a:ext cx="502920" cy="502920"/>
          </a:xfrm>
          <a:prstGeom prst="ellipse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04487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85876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Adventure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462272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Trekking, camping and scenic sightseeing are featured.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5669280"/>
            <a:ext cx="3840480" cy="347472"/>
          </a:xfrm>
          <a:prstGeom prst="round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5705856"/>
            <a:ext cx="3840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NATURE + ADVENTURE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Where Nature and Farming Grow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3474720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9928"/>
            <a:ext cx="14904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COFFEE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2103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Coffee is highlighted as an important part of hill agriculture.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50876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508760"/>
            <a:ext cx="73152" cy="3474720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1737360"/>
            <a:ext cx="502920" cy="502920"/>
          </a:xfrm>
          <a:prstGeom prst="ellipse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09928"/>
            <a:ext cx="149047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FRUITS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313432"/>
            <a:ext cx="2103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The agriculture preview includes local fruits grown in the hills.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0876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508760"/>
            <a:ext cx="73152" cy="3474720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709928"/>
            <a:ext cx="149047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VEGETABLES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313432"/>
            <a:ext cx="2103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Fresh hill vegetables are included in the project’s agriculture theme.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50876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508760"/>
            <a:ext cx="73152" cy="3474720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35440" y="1737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1709928"/>
            <a:ext cx="14904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FARMING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313432"/>
            <a:ext cx="2103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Local farming traditions connect nature and village life.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5349240"/>
            <a:ext cx="4480560" cy="347472"/>
          </a:xfrm>
          <a:prstGeom prst="round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5385816"/>
            <a:ext cx="4480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WHERE NATURE &amp; FARMING GROW TOGETHER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6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TOURISM ACTIVITIES &amp;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Places and experiences featured in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3566160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992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Misty Hills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Scenic mountain landscapes and misty viewpoints are a central visual theme.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08760"/>
            <a:ext cx="73152" cy="3566160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70992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Waterfalls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31343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Waterfalls are presented as a natural attraction within the destination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08760"/>
            <a:ext cx="73152" cy="3566160"/>
          </a:xfrm>
          <a:prstGeom prst="rect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EA7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755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709928"/>
            <a:ext cx="2313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Coffee Plantation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313432"/>
            <a:ext cx="2926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Coffee plantation experiences connect tourism with local agriculture.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5349240"/>
            <a:ext cx="4114800" cy="347472"/>
          </a:xfrm>
          <a:prstGeom prst="round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69080" y="5385816"/>
            <a:ext cx="4114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PHOTOGRAPHY • SCENIC EXPERIENCES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TECHNOLOGY &amp;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Simple, page-wise website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533A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C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7D69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A7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A7E38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PLACES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B537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AGRICULTURE / GALLERY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3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533A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1828800"/>
            <a:ext cx="1645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C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8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7D69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331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3027"/>
                </a:solidFill>
              </a:defRPr>
            </a:pPr>
            <a:r>
              <a:t>CONTACT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7947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794760"/>
            <a:ext cx="73152" cy="1554480"/>
          </a:xfrm>
          <a:prstGeom prst="rect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125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041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&lt;/&gt;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995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Technology 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599432"/>
            <a:ext cx="4754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HTML for structure and content; CSS for layout, colors, responsive design and visual presentation.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7947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794760"/>
            <a:ext cx="73152" cy="1554480"/>
          </a:xfrm>
          <a:prstGeom prst="rect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1C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41648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995928"/>
            <a:ext cx="41422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93027"/>
                </a:solidFill>
              </a:defRPr>
            </a:pPr>
            <a:r>
              <a:t>Page-Wise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4599432"/>
            <a:ext cx="4754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362F"/>
                </a:solidFill>
              </a:defRPr>
            </a:pPr>
            <a:r>
              <a:t>The project is organized as separate HTML pages with corresponding CSS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93027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7D69"/>
                </a:solidFill>
                <a:latin typeface="Aptos"/>
              </a:defRPr>
            </a:pPr>
            <a:r>
              <a:t>A simple and attractive digital tourism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533A"/>
                </a:solidFill>
              </a:defRPr>
            </a:pPr>
            <a:r>
              <a:t>LAMBASINGI TOURISM  •  MOHAN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533A"/>
                </a:solidFill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DE1D8"/>
                </a:solidFill>
                <a:latin typeface="Aptos"/>
              </a:defRPr>
            </a:pPr>
            <a:r>
              <a:t>A simple and attractive digital tourism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10332720" cy="2286000"/>
          </a:xfrm>
          <a:prstGeom prst="roundRect">
            <a:avLst/>
          </a:prstGeom>
          <a:solidFill>
            <a:srgbClr val="12533A"/>
          </a:solidFill>
          <a:ln>
            <a:solidFill>
              <a:srgbClr val="F2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80"/>
            <a:ext cx="9326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“Feel the mist. Explore the hills.</a:t>
            </a:r>
            <a:br/>
            <a:r>
              <a:t>Create unforgettable memories.”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663440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2B537"/>
                </a:solidFill>
              </a:defRPr>
            </a:pPr>
            <a:r>
              <a:t>LAMBASINGI TOURISM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525780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2E4DC"/>
                </a:solidFill>
              </a:defRPr>
            </a:pPr>
            <a:r>
              <a:t>Project Presentation  •  Mohan 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